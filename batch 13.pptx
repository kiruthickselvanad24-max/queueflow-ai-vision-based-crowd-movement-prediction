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327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google.com/spreadsheets/d/1LZ9EtedjUQEVc_-Iy1fvnDRe9l4OfpfE/edit?usp=sharing&amp;ouid=109268074533317946889&amp;rtpof=true&amp;sd=true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3657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K.RAMAKRISHNAN COLLEGE OF TECHNOLOGY (AUTONOMOUS), TRICHY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QueueFlow AI: A Vision-Based Crowd Movement Prediction System Using Spatio-Temporal Behavior Learning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457200" y="3383280"/>
            <a:ext cx="11247120" cy="3017520"/>
          </a:xfrm>
          <a:prstGeom prst="rect">
            <a:avLst/>
          </a:prstGeom>
          <a:solidFill>
            <a:srgbClr val="DDF0FA"/>
          </a:solidFill>
          <a:ln w="12700">
            <a:solidFill>
              <a:srgbClr val="DDF0F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3520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KELVIN SAMUEL I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- 2403811724321049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KIRUBASRI.A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- 2403811724322050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KIRUTHICK SELVAN 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120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- 2403811724321051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5669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KODESHWARI K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5669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- 2403811724322052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 ADEEBA AAISHA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TA/AIDS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OVERVIEW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DIAGRAM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METHODOLOGY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QueueFlow AI predicts how crowds and queues will move using camera video.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detects and tracks people in each video frame.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learns movement patterns over space and time (spatio-temporal behavior).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forecasts queue length, crowd density and waiting time in advance.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helps managers reduce congestion and improve crowd safety.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detect and track people accurately from video feeds.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learn crowd movement behavior across space and time.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predict future crowd flow and queue build-up.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estimate waiting time and detect congestion early.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provide real-time alerts through a simple dashboard.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DIAGRAM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70916" y="2651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E7E6E6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70916" y="26517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Input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79476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CCTV / camera feed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436876" y="3246120"/>
            <a:ext cx="32004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802636" y="2651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BE5D6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802636" y="26517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711196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extraction, resize, noise removal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68596" y="3246120"/>
            <a:ext cx="32004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134356" y="2651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DEEAF6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34356" y="26517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&amp; Tracking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042916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people, assign IDs (YOLO + tracker)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100316" y="3246120"/>
            <a:ext cx="32004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466076" y="2651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C00000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66076" y="26517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Spatio-Temporal Learning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374636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Movement patterns (CNN + LSTM)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9432036" y="3246120"/>
            <a:ext cx="32004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9797796" y="2651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E2F0D9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97796" y="26517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&amp; Alerts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706356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Crowd flow, queue length, wait time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queue-flow forecast shown on a live dashboard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F561D-8E2C-AF28-3174-AFE6ADBCC508}"/>
              </a:ext>
            </a:extLst>
          </p:cNvPr>
          <p:cNvSpPr txBox="1"/>
          <p:nvPr/>
        </p:nvSpPr>
        <p:spPr>
          <a:xfrm>
            <a:off x="1960880" y="2844800"/>
            <a:ext cx="8981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5"/>
              </a:rPr>
              <a:t>https://docs.google.com/spreadsheets/d/1LZ9EtedjUQEVc_-Iy1fvnDRe9l4OfpfE/edit?usp=sharing&amp;ouid=109268074533317946889&amp;rtpof=true&amp;sd=true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METHODOLOGY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video data from queues and crowded areas.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frames and clean the data.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and track each person across frames.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 spatio-temporal model on movement sequences.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future crowd flow and queue length.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with accuracy and error metrics (MAE, RMSE).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 mainly count people or monitor the present crowd.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react after congestion has already happened.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monitoring is slow and error-prone.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Sensor-based methods (RFID, Wi-Fi) are costly and limited.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rarely learn movement behavior over time.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QueueFlow AI uses ordinary cameras as the only input.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detects and tracks people to build movement trajectories.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spatio-temporal model learns how crowds behave over time.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predicts queue growth and waiting time before congestion occurs.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dashboard gives real-time alerts for faster decisions.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QueueFlow AI predicts crowd movement instead of only counting people.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Spatio-temporal learning captures real crowd behavior.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prediction reduces waiting time and congestion.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improves safety and planning in public places.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Overall, it provides a low-cost, vision-based smart queue solution.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51560" cy="1042416"/>
          </a:xfrm>
          <a:prstGeom prst="rect">
            <a:avLst/>
          </a:prstGeom>
        </p:spPr>
      </p:pic>
      <p:pic>
        <p:nvPicPr>
          <p:cNvPr id="3" name="Image 1" descr="/home/claude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28600"/>
            <a:ext cx="105156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45720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88720" y="1828800"/>
            <a:ext cx="9875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deployment on edge devices.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for multiple cameras and large venues.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protection with anonymized video processing.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 to show live queue status to the public.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Self-learning models that adapt to changing crowd patterns.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529</Words>
  <Application>Microsoft Office PowerPoint</Application>
  <PresentationFormat>Widescreen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yuva k</cp:lastModifiedBy>
  <cp:revision>2</cp:revision>
  <dcterms:created xsi:type="dcterms:W3CDTF">2026-10-05T08:34:06Z</dcterms:created>
  <dcterms:modified xsi:type="dcterms:W3CDTF">2026-10-05T08:49:12Z</dcterms:modified>
</cp:coreProperties>
</file>